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9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-1258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Secure Continue Plugin </a:t>
            </a:r>
            <a:r>
              <a:rPr dirty="0" smtClean="0"/>
              <a:t>(</a:t>
            </a:r>
            <a:r>
              <a:rPr dirty="0" err="1"/>
              <a:t>PoC</a:t>
            </a:r>
            <a:r>
              <a:rPr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Java AI Engineer Assignment – Secure Plugin Build</a:t>
            </a:r>
          </a:p>
          <a:p>
            <a:endParaRPr dirty="0"/>
          </a:p>
          <a:p>
            <a:r>
              <a:rPr dirty="0"/>
              <a:t>Name: </a:t>
            </a:r>
            <a:r>
              <a:rPr lang="en-IN" dirty="0" err="1" smtClean="0"/>
              <a:t>Waseem</a:t>
            </a:r>
            <a:r>
              <a:rPr lang="en-IN" dirty="0" smtClean="0"/>
              <a:t> </a:t>
            </a:r>
            <a:r>
              <a:rPr lang="en-IN" dirty="0" err="1" smtClean="0"/>
              <a:t>Irfan</a:t>
            </a:r>
            <a:r>
              <a:rPr lang="en-IN" dirty="0" smtClean="0"/>
              <a:t> </a:t>
            </a:r>
            <a:r>
              <a:rPr lang="en-IN" dirty="0" err="1" smtClean="0"/>
              <a:t>Shaik</a:t>
            </a:r>
            <a:endParaRPr dirty="0"/>
          </a:p>
          <a:p>
            <a:endParaRPr dirty="0"/>
          </a:p>
          <a:p>
            <a:r>
              <a:rPr dirty="0"/>
              <a:t>Objective: Ensure Continue plugin cannot access or be configured to access any external network resources.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Needed Securing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Continue is designed for:</a:t>
            </a:r>
          </a:p>
          <a:p>
            <a:pPr lvl="1"/>
            <a:r>
              <a:rPr dirty="0" smtClean="0"/>
              <a:t>Cloud </a:t>
            </a:r>
            <a:r>
              <a:rPr dirty="0"/>
              <a:t>models</a:t>
            </a:r>
          </a:p>
          <a:p>
            <a:pPr lvl="1"/>
            <a:r>
              <a:rPr dirty="0" smtClean="0"/>
              <a:t>External </a:t>
            </a:r>
            <a:r>
              <a:rPr dirty="0"/>
              <a:t>registries</a:t>
            </a:r>
          </a:p>
          <a:p>
            <a:pPr lvl="1"/>
            <a:r>
              <a:rPr dirty="0" err="1" smtClean="0"/>
              <a:t>SaaS</a:t>
            </a:r>
            <a:r>
              <a:rPr dirty="0" smtClean="0"/>
              <a:t> </a:t>
            </a:r>
            <a:r>
              <a:rPr dirty="0"/>
              <a:t>control plane</a:t>
            </a:r>
          </a:p>
          <a:p>
            <a:endParaRPr dirty="0"/>
          </a:p>
          <a:p>
            <a:r>
              <a:rPr dirty="0"/>
              <a:t>In enterprise / offline environments this creates:</a:t>
            </a:r>
          </a:p>
          <a:p>
            <a:pPr lvl="1"/>
            <a:r>
              <a:rPr dirty="0" smtClean="0"/>
              <a:t>Data </a:t>
            </a:r>
            <a:r>
              <a:rPr dirty="0"/>
              <a:t>exfiltration risk</a:t>
            </a:r>
          </a:p>
          <a:p>
            <a:pPr lvl="1"/>
            <a:r>
              <a:rPr dirty="0" smtClean="0"/>
              <a:t>Supply‑chain </a:t>
            </a:r>
            <a:r>
              <a:rPr dirty="0"/>
              <a:t>risk</a:t>
            </a:r>
          </a:p>
          <a:p>
            <a:pPr lvl="1"/>
            <a:r>
              <a:rPr dirty="0" smtClean="0"/>
              <a:t>Compliance </a:t>
            </a:r>
            <a:r>
              <a:rPr dirty="0"/>
              <a:t>violations</a:t>
            </a:r>
          </a:p>
          <a:p>
            <a:endParaRPr dirty="0"/>
          </a:p>
          <a:p>
            <a:r>
              <a:rPr dirty="0">
                <a:solidFill>
                  <a:srgbClr val="FF0000"/>
                </a:solidFill>
              </a:rPr>
              <a:t>Key point:</a:t>
            </a:r>
          </a:p>
          <a:p>
            <a:r>
              <a:rPr dirty="0">
                <a:solidFill>
                  <a:srgbClr val="FF0000"/>
                </a:solidFill>
              </a:rPr>
              <a:t>“The default Continue architecture assumes </a:t>
            </a:r>
            <a:r>
              <a:rPr lang="en-IN" dirty="0">
                <a:solidFill>
                  <a:srgbClr val="FF0000"/>
                </a:solidFill>
              </a:rPr>
              <a:t>Data exfiltration </a:t>
            </a:r>
            <a:r>
              <a:rPr lang="en-IN" dirty="0" smtClean="0">
                <a:solidFill>
                  <a:srgbClr val="FF0000"/>
                </a:solidFill>
              </a:rPr>
              <a:t> </a:t>
            </a:r>
            <a:r>
              <a:rPr dirty="0" smtClean="0">
                <a:solidFill>
                  <a:srgbClr val="FF0000"/>
                </a:solidFill>
              </a:rPr>
              <a:t>access</a:t>
            </a:r>
            <a:r>
              <a:rPr dirty="0">
                <a:solidFill>
                  <a:srgbClr val="FF0000"/>
                </a:solidFill>
              </a:rPr>
              <a:t>. This </a:t>
            </a:r>
            <a:r>
              <a:rPr dirty="0" err="1">
                <a:solidFill>
                  <a:srgbClr val="FF0000"/>
                </a:solidFill>
              </a:rPr>
              <a:t>PoC</a:t>
            </a:r>
            <a:r>
              <a:rPr dirty="0">
                <a:solidFill>
                  <a:srgbClr val="FF0000"/>
                </a:solidFill>
              </a:rPr>
              <a:t> inverts that assumption.”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Requirements —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R1 — Plugin must never access any external networks</a:t>
            </a:r>
          </a:p>
          <a:p>
            <a:r>
              <a:rPr dirty="0"/>
              <a:t>R2 — Developers must not be able to reconfigure it externally</a:t>
            </a:r>
          </a:p>
          <a:p>
            <a:r>
              <a:rPr dirty="0"/>
              <a:t>R3 — Source code must not contain any external URLs</a:t>
            </a:r>
          </a:p>
          <a:p>
            <a:endParaRPr dirty="0"/>
          </a:p>
          <a:p>
            <a:r>
              <a:rPr dirty="0"/>
              <a:t>Engineering translation:</a:t>
            </a:r>
          </a:p>
          <a:p>
            <a:pPr lvl="1"/>
            <a:r>
              <a:rPr dirty="0" smtClean="0"/>
              <a:t>Req‑1 </a:t>
            </a:r>
            <a:r>
              <a:rPr dirty="0"/>
              <a:t>→ Runtime network enforcement</a:t>
            </a:r>
          </a:p>
          <a:p>
            <a:pPr lvl="1"/>
            <a:r>
              <a:rPr dirty="0" smtClean="0"/>
              <a:t>Req‑2 </a:t>
            </a:r>
            <a:r>
              <a:rPr dirty="0"/>
              <a:t>→ Configuration attack‑surface removal</a:t>
            </a:r>
          </a:p>
          <a:p>
            <a:pPr lvl="1"/>
            <a:r>
              <a:rPr dirty="0" smtClean="0"/>
              <a:t>Req‑3 </a:t>
            </a:r>
            <a:r>
              <a:rPr dirty="0"/>
              <a:t>→ Source‑level </a:t>
            </a:r>
            <a:r>
              <a:rPr dirty="0" smtClean="0"/>
              <a:t>cleanup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What we defend against:</a:t>
            </a:r>
          </a:p>
          <a:p>
            <a:pPr lvl="1"/>
            <a:r>
              <a:rPr dirty="0" smtClean="0"/>
              <a:t>Accidental cloud usage</a:t>
            </a:r>
          </a:p>
          <a:p>
            <a:pPr lvl="1"/>
            <a:r>
              <a:rPr dirty="0" smtClean="0"/>
              <a:t>Malicious configuration changes</a:t>
            </a:r>
          </a:p>
          <a:p>
            <a:pPr lvl="1"/>
            <a:r>
              <a:rPr dirty="0" smtClean="0"/>
              <a:t>Hidden URLs and SDK defaults</a:t>
            </a:r>
          </a:p>
          <a:p>
            <a:pPr lvl="1"/>
            <a:r>
              <a:rPr dirty="0" smtClean="0"/>
              <a:t>UI actions opening external sites</a:t>
            </a:r>
          </a:p>
          <a:p>
            <a:endParaRPr dirty="0"/>
          </a:p>
          <a:p>
            <a:r>
              <a:rPr dirty="0"/>
              <a:t>Threat actors:</a:t>
            </a:r>
          </a:p>
          <a:p>
            <a:pPr lvl="1"/>
            <a:r>
              <a:rPr dirty="0" smtClean="0"/>
              <a:t>Developer </a:t>
            </a:r>
            <a:r>
              <a:rPr dirty="0"/>
              <a:t>misconfiguration</a:t>
            </a:r>
          </a:p>
          <a:p>
            <a:pPr lvl="1"/>
            <a:r>
              <a:rPr dirty="0" smtClean="0"/>
              <a:t>Compromised </a:t>
            </a:r>
            <a:r>
              <a:rPr dirty="0"/>
              <a:t>plugin build</a:t>
            </a:r>
          </a:p>
          <a:p>
            <a:pPr lvl="1"/>
            <a:r>
              <a:rPr dirty="0" smtClean="0"/>
              <a:t>Upstream </a:t>
            </a:r>
            <a:r>
              <a:rPr dirty="0"/>
              <a:t>defaults and </a:t>
            </a:r>
            <a:r>
              <a:rPr dirty="0" err="1" smtClean="0"/>
              <a:t>dependencie</a:t>
            </a:r>
            <a:r>
              <a:rPr lang="en-IN" dirty="0" smtClean="0"/>
              <a:t>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Secure Architecture — Enforcement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77981"/>
            <a:ext cx="4114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IntelliJ Plugin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76144"/>
            <a:ext cx="4114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Continue Core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61046"/>
            <a:ext cx="4114800" cy="117931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dirty="0"/>
              <a:t>Enforcement Zone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• Runtime Network Gate (R1)</a:t>
            </a:r>
            <a:br>
              <a:rPr dirty="0"/>
            </a:br>
            <a:r>
              <a:rPr dirty="0"/>
              <a:t>• </a:t>
            </a:r>
            <a:r>
              <a:rPr dirty="0" err="1"/>
              <a:t>Config</a:t>
            </a:r>
            <a:r>
              <a:rPr dirty="0"/>
              <a:t> Gate (R2)</a:t>
            </a:r>
            <a:br>
              <a:rPr dirty="0"/>
            </a:br>
            <a:r>
              <a:rPr dirty="0"/>
              <a:t>• Source Purge (R3)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45024"/>
            <a:ext cx="4114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Local Models Only</a:t>
            </a:r>
            <a:br/>
            <a:r>
              <a:t>(Ollama / On‑prem LLMs)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2476144"/>
            <a:ext cx="3840480" cy="2103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rPr dirty="0"/>
              <a:t>BLOCKED ZONE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 err="1"/>
              <a:t>OpenAI</a:t>
            </a:r>
            <a:r>
              <a:rPr dirty="0"/>
              <a:t> • Anthropic • Continue Cloud • </a:t>
            </a:r>
            <a:r>
              <a:rPr dirty="0" err="1"/>
              <a:t>GitHub</a:t>
            </a:r>
            <a:r>
              <a:rPr dirty="0"/>
              <a:t> • Telemetry • MCP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🚫 </a:t>
            </a:r>
            <a:r>
              <a:rPr lang="en-IN" dirty="0" smtClean="0"/>
              <a:t>    </a:t>
            </a:r>
            <a:r>
              <a:rPr dirty="0" smtClean="0"/>
              <a:t>External </a:t>
            </a:r>
            <a:r>
              <a:rPr dirty="0"/>
              <a:t>Network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Actually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Runtime layer:</a:t>
            </a:r>
          </a:p>
          <a:p>
            <a:pPr lvl="1"/>
            <a:r>
              <a:rPr dirty="0" smtClean="0"/>
              <a:t>Global fetch/http/https hardening</a:t>
            </a:r>
          </a:p>
          <a:p>
            <a:pPr lvl="1"/>
            <a:r>
              <a:rPr dirty="0" smtClean="0"/>
              <a:t>DNS validation and CIDR </a:t>
            </a:r>
            <a:r>
              <a:rPr dirty="0" err="1" smtClean="0"/>
              <a:t>allowlist</a:t>
            </a:r>
            <a:endParaRPr dirty="0" smtClean="0"/>
          </a:p>
          <a:p>
            <a:pPr lvl="1"/>
            <a:r>
              <a:rPr dirty="0" err="1" smtClean="0"/>
              <a:t>IntelliJ</a:t>
            </a:r>
            <a:r>
              <a:rPr dirty="0" smtClean="0"/>
              <a:t> request interception</a:t>
            </a:r>
          </a:p>
          <a:p>
            <a:endParaRPr dirty="0"/>
          </a:p>
          <a:p>
            <a:r>
              <a:rPr dirty="0"/>
              <a:t>Configuration layer:</a:t>
            </a:r>
          </a:p>
          <a:p>
            <a:pPr lvl="1"/>
            <a:r>
              <a:rPr dirty="0" err="1" smtClean="0"/>
              <a:t>OpenAI</a:t>
            </a:r>
            <a:r>
              <a:rPr dirty="0" smtClean="0"/>
              <a:t> </a:t>
            </a:r>
            <a:r>
              <a:rPr dirty="0"/>
              <a:t>/ Anthropic blocked</a:t>
            </a:r>
          </a:p>
          <a:p>
            <a:pPr lvl="1"/>
            <a:r>
              <a:rPr dirty="0" smtClean="0"/>
              <a:t>External </a:t>
            </a:r>
            <a:r>
              <a:rPr dirty="0" err="1"/>
              <a:t>apiBase</a:t>
            </a:r>
            <a:r>
              <a:rPr dirty="0"/>
              <a:t> / </a:t>
            </a:r>
            <a:r>
              <a:rPr dirty="0" err="1"/>
              <a:t>proxyUrl</a:t>
            </a:r>
            <a:r>
              <a:rPr dirty="0"/>
              <a:t> rejected</a:t>
            </a:r>
          </a:p>
          <a:p>
            <a:pPr lvl="1"/>
            <a:r>
              <a:rPr dirty="0" smtClean="0"/>
              <a:t>Remote </a:t>
            </a:r>
            <a:r>
              <a:rPr dirty="0"/>
              <a:t>MCP disabled</a:t>
            </a:r>
          </a:p>
          <a:p>
            <a:endParaRPr dirty="0"/>
          </a:p>
          <a:p>
            <a:r>
              <a:rPr dirty="0"/>
              <a:t>Source layer:</a:t>
            </a:r>
          </a:p>
          <a:p>
            <a:pPr lvl="1"/>
            <a:r>
              <a:rPr dirty="0" smtClean="0"/>
              <a:t>External </a:t>
            </a:r>
            <a:r>
              <a:rPr dirty="0"/>
              <a:t>URLs removed</a:t>
            </a:r>
          </a:p>
          <a:p>
            <a:pPr lvl="1"/>
            <a:r>
              <a:rPr dirty="0" smtClean="0"/>
              <a:t>External </a:t>
            </a:r>
            <a:r>
              <a:rPr dirty="0"/>
              <a:t>UI buttons neutralized</a:t>
            </a:r>
          </a:p>
          <a:p>
            <a:pPr lvl="1"/>
            <a:r>
              <a:rPr dirty="0" smtClean="0"/>
              <a:t>Control‑plane </a:t>
            </a:r>
            <a:r>
              <a:rPr dirty="0"/>
              <a:t>endpoints forced local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Positive tests:</a:t>
            </a:r>
          </a:p>
          <a:p>
            <a:r>
              <a:rPr dirty="0"/>
              <a:t>• Local </a:t>
            </a:r>
            <a:r>
              <a:rPr dirty="0" err="1"/>
              <a:t>Ollama</a:t>
            </a:r>
            <a:r>
              <a:rPr dirty="0"/>
              <a:t> usage works</a:t>
            </a:r>
          </a:p>
          <a:p>
            <a:endParaRPr dirty="0"/>
          </a:p>
          <a:p>
            <a:r>
              <a:rPr dirty="0"/>
              <a:t>Negative tests:</a:t>
            </a:r>
          </a:p>
          <a:p>
            <a:r>
              <a:rPr dirty="0"/>
              <a:t>• </a:t>
            </a:r>
            <a:r>
              <a:rPr dirty="0" err="1"/>
              <a:t>OpenAI</a:t>
            </a:r>
            <a:r>
              <a:rPr dirty="0"/>
              <a:t> / Anthropic blocked</a:t>
            </a:r>
          </a:p>
          <a:p>
            <a:r>
              <a:rPr dirty="0"/>
              <a:t>• External endpoints rejected</a:t>
            </a:r>
          </a:p>
          <a:p>
            <a:endParaRPr dirty="0"/>
          </a:p>
          <a:p>
            <a:r>
              <a:rPr dirty="0"/>
              <a:t>UI tests:</a:t>
            </a:r>
          </a:p>
          <a:p>
            <a:r>
              <a:rPr dirty="0"/>
              <a:t>• External buttons fail</a:t>
            </a:r>
          </a:p>
          <a:p>
            <a:endParaRPr dirty="0"/>
          </a:p>
          <a:p>
            <a:r>
              <a:rPr dirty="0"/>
              <a:t>Audit tests:</a:t>
            </a:r>
          </a:p>
          <a:p>
            <a:r>
              <a:rPr dirty="0"/>
              <a:t>• Codebase scanned for URLs and providers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27769"/>
          </a:xfrm>
        </p:spPr>
        <p:txBody>
          <a:bodyPr/>
          <a:lstStyle/>
          <a:p>
            <a:r>
              <a:rPr dirty="0"/>
              <a:t>Evidence (Add Screenshots / Logs)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1624725"/>
            <a:ext cx="7777451" cy="377621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349920" y="1022428"/>
            <a:ext cx="14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Chat Scenario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27769"/>
          </a:xfrm>
        </p:spPr>
        <p:txBody>
          <a:bodyPr/>
          <a:lstStyle/>
          <a:p>
            <a:r>
              <a:rPr dirty="0"/>
              <a:t>Evidence (Add Screenshots / Logs)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942" y="1593900"/>
            <a:ext cx="7952036" cy="3738676"/>
          </a:xfrm>
        </p:spPr>
      </p:pic>
      <p:sp>
        <p:nvSpPr>
          <p:cNvPr id="9" name="Rectangle 8"/>
          <p:cNvSpPr/>
          <p:nvPr/>
        </p:nvSpPr>
        <p:spPr>
          <a:xfrm>
            <a:off x="3214263" y="996790"/>
            <a:ext cx="2248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err="1"/>
              <a:t>Config</a:t>
            </a:r>
            <a:r>
              <a:rPr lang="en-IN" dirty="0"/>
              <a:t> Failed Scenario</a:t>
            </a:r>
          </a:p>
        </p:txBody>
      </p:sp>
    </p:spTree>
    <p:extLst>
      <p:ext uri="{BB962C8B-B14F-4D97-AF65-F5344CB8AC3E}">
        <p14:creationId xmlns:p14="http://schemas.microsoft.com/office/powerpoint/2010/main" val="2067356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27769"/>
          </a:xfrm>
        </p:spPr>
        <p:txBody>
          <a:bodyPr/>
          <a:lstStyle/>
          <a:p>
            <a:r>
              <a:rPr dirty="0"/>
              <a:t>Evidence (Add Screenshots / Logs)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9920" y="1022428"/>
            <a:ext cx="27985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Disabling </a:t>
            </a:r>
            <a:r>
              <a:rPr lang="en-IN" dirty="0"/>
              <a:t>network level calls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175" y="1592746"/>
            <a:ext cx="5521497" cy="51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93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27769"/>
          </a:xfrm>
        </p:spPr>
        <p:txBody>
          <a:bodyPr/>
          <a:lstStyle/>
          <a:p>
            <a:r>
              <a:rPr dirty="0"/>
              <a:t>Evidence (Add Screenshots / Logs)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9920" y="1022428"/>
            <a:ext cx="1986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Inline edit Scenario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912" y="2107662"/>
            <a:ext cx="9144000" cy="445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439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✔ No external network access possible</a:t>
            </a:r>
          </a:p>
          <a:p>
            <a:pPr marL="0" indent="0">
              <a:buNone/>
            </a:pPr>
            <a:r>
              <a:rPr dirty="0"/>
              <a:t>✔ No external reconfiguration possible</a:t>
            </a:r>
          </a:p>
          <a:p>
            <a:pPr marL="0" indent="0">
              <a:buNone/>
            </a:pPr>
            <a:r>
              <a:rPr dirty="0"/>
              <a:t>✔ No external URLs in source</a:t>
            </a:r>
          </a:p>
          <a:p>
            <a:endParaRPr dirty="0"/>
          </a:p>
          <a:p>
            <a:r>
              <a:rPr dirty="0"/>
              <a:t>Outcome:</a:t>
            </a:r>
          </a:p>
          <a:p>
            <a:r>
              <a:rPr dirty="0" smtClean="0"/>
              <a:t>Plugin </a:t>
            </a:r>
            <a:r>
              <a:rPr dirty="0"/>
              <a:t>functions as a local AI assistant</a:t>
            </a:r>
          </a:p>
          <a:p>
            <a:r>
              <a:rPr dirty="0" smtClean="0"/>
              <a:t>Cloud </a:t>
            </a:r>
            <a:r>
              <a:rPr dirty="0"/>
              <a:t>capability fully removed</a:t>
            </a:r>
          </a:p>
          <a:p>
            <a:r>
              <a:rPr dirty="0" smtClean="0"/>
              <a:t>Safe </a:t>
            </a:r>
            <a:r>
              <a:rPr dirty="0"/>
              <a:t>for air‑gapped enterprise environments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(If Productized)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smtClean="0"/>
              <a:t>CI </a:t>
            </a:r>
            <a:r>
              <a:rPr dirty="0"/>
              <a:t>rule to fail builds on https:// presence</a:t>
            </a:r>
          </a:p>
          <a:p>
            <a:r>
              <a:rPr dirty="0" smtClean="0"/>
              <a:t>Automated </a:t>
            </a:r>
            <a:r>
              <a:rPr dirty="0"/>
              <a:t>unit tests for network gates</a:t>
            </a:r>
          </a:p>
          <a:p>
            <a:r>
              <a:rPr dirty="0" smtClean="0"/>
              <a:t>Local‑only </a:t>
            </a:r>
            <a:r>
              <a:rPr dirty="0"/>
              <a:t>configuration schema</a:t>
            </a:r>
          </a:p>
          <a:p>
            <a:r>
              <a:rPr dirty="0" smtClean="0"/>
              <a:t>Signed </a:t>
            </a:r>
            <a:r>
              <a:rPr dirty="0"/>
              <a:t>internal model registry</a:t>
            </a:r>
          </a:p>
          <a:p>
            <a:r>
              <a:rPr dirty="0" smtClean="0"/>
              <a:t>Admin‑managed </a:t>
            </a:r>
            <a:r>
              <a:rPr dirty="0" err="1"/>
              <a:t>allowlist</a:t>
            </a:r>
            <a:endParaRPr dirty="0"/>
          </a:p>
          <a:p>
            <a:endParaRPr dirty="0"/>
          </a:p>
          <a:p>
            <a:r>
              <a:rPr dirty="0"/>
              <a:t>“</a:t>
            </a:r>
            <a:r>
              <a:rPr dirty="0" err="1"/>
              <a:t>PoC</a:t>
            </a:r>
            <a:r>
              <a:rPr dirty="0"/>
              <a:t> proves feasibility. These steps harden it into a production‑grade secure plugin.”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398</Words>
  <Application>Microsoft Office PowerPoint</Application>
  <PresentationFormat>On-screen Show (4:3)</PresentationFormat>
  <Paragraphs>98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Secure Continue Plugin (PoC)</vt:lpstr>
      <vt:lpstr>Why This Needed Securing</vt:lpstr>
      <vt:lpstr>Security Requirements — Contract</vt:lpstr>
      <vt:lpstr>Threat Model</vt:lpstr>
      <vt:lpstr>Secure Architecture — Enforcement Layers</vt:lpstr>
      <vt:lpstr>What Actually Changed</vt:lpstr>
      <vt:lpstr>Test Strategy</vt:lpstr>
      <vt:lpstr>Evidence (Add Screenshots / Logs)</vt:lpstr>
      <vt:lpstr>Evidence (Add Screenshots / Logs)</vt:lpstr>
      <vt:lpstr>Evidence (Add Screenshots / Logs)</vt:lpstr>
      <vt:lpstr>Evidence (Add Screenshots / Logs)</vt:lpstr>
      <vt:lpstr>Results Summary</vt:lpstr>
      <vt:lpstr>Next Steps (If Productized)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Continue Plugin — Local-Only AI Assistant (PoC)</dc:title>
  <dc:subject/>
  <dc:creator/>
  <cp:keywords/>
  <dc:description>generated using python-pptx</dc:description>
  <cp:lastModifiedBy>KARTHEEK</cp:lastModifiedBy>
  <cp:revision>5</cp:revision>
  <dcterms:created xsi:type="dcterms:W3CDTF">2013-01-27T09:14:16Z</dcterms:created>
  <dcterms:modified xsi:type="dcterms:W3CDTF">2026-01-27T11:43:21Z</dcterms:modified>
  <cp:category/>
</cp:coreProperties>
</file>